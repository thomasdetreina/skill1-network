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243387" y="3693765"/>
            <a:ext cx="37052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MERKIDENTITEIT GIDS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524500" y="4669035"/>
            <a:ext cx="1143000" cy="47625"/>
          </a:xfrm>
          <a:prstGeom prst="roundRect">
            <a:avLst>
              <a:gd fmla="val 50000" name="adj"/>
            </a:avLst>
          </a:prstGeom>
          <a:solidFill>
            <a:srgbClr val="2E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413" y="2485525"/>
            <a:ext cx="8653175" cy="87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7812" y="1786979"/>
            <a:ext cx="1476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710701" y="2301329"/>
            <a:ext cx="4770596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DOEL &amp; VISIE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2286000" y="3491954"/>
            <a:ext cx="7620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411107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Hoe Packetry de manier waarop we over netwerken leren, voorgoed verandert.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8875"/>
            <a:ext cx="53340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28875"/>
            <a:ext cx="533400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009650" y="2895600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5BFF"/>
                </a:solidFill>
                <a:latin typeface="Urbanist"/>
                <a:ea typeface="Urbanist"/>
                <a:cs typeface="Urbanist"/>
                <a:sym typeface="Urbanist"/>
              </a:rPr>
              <a:t>Onze Missie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009650" y="3448050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2895600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5BFF"/>
                </a:solidFill>
                <a:latin typeface="Urbanist"/>
                <a:ea typeface="Urbanist"/>
                <a:cs typeface="Urbanist"/>
                <a:sym typeface="Urbanist"/>
              </a:rPr>
              <a:t>Waardepropositie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3448050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Missie &amp; Waarde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5975"/>
            <a:ext cx="3492549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85975"/>
            <a:ext cx="3492549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85975"/>
            <a:ext cx="3492549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894237" y="3286125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5BFF"/>
                </a:solidFill>
                <a:latin typeface="Urbanist"/>
                <a:ea typeface="Urbanist"/>
                <a:cs typeface="Urbanist"/>
                <a:sym typeface="Urbanist"/>
              </a:rPr>
              <a:t>Technisch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62025" y="3838575"/>
            <a:ext cx="284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672537" y="3286125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5BFF"/>
                </a:solidFill>
                <a:latin typeface="Urbanist"/>
                <a:ea typeface="Urbanist"/>
                <a:cs typeface="Urbanist"/>
                <a:sym typeface="Urbanist"/>
              </a:rPr>
              <a:t>Versterkend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740324" y="3838575"/>
            <a:ext cx="271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450836" y="3286125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5BFF"/>
                </a:solidFill>
                <a:latin typeface="Urbanist"/>
                <a:ea typeface="Urbanist"/>
                <a:cs typeface="Urbanist"/>
                <a:sym typeface="Urbanist"/>
              </a:rPr>
              <a:t>Toegankelijk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518624" y="3838575"/>
            <a:ext cx="271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5241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6450" y="252412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7599" y="2524125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Toon &amp; Boodschap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92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248126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5BFF"/>
                </a:solidFill>
                <a:latin typeface="Urbanist"/>
                <a:ea typeface="Urbanist"/>
                <a:cs typeface="Urbanist"/>
                <a:sym typeface="Urbanist"/>
              </a:rPr>
              <a:t>De 'E' Symboliek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3033712"/>
            <a:ext cx="52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4138612"/>
            <a:ext cx="52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28787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Merkidentiteit: Het Logo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Kleurenpalet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82006"/>
            <a:ext cx="12192000" cy="5214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3622"/>
            <a:ext cx="5334000" cy="3577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73622"/>
            <a:ext cx="5334000" cy="357738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1009650" y="2511772"/>
            <a:ext cx="46806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URBANIST</a:t>
            </a:r>
            <a:endParaRPr/>
          </a:p>
        </p:txBody>
      </p:sp>
      <p:pic>
        <p:nvPicPr>
          <p:cNvPr descr="image.png" id="156" name="Google Shape;15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3083272"/>
            <a:ext cx="1419225" cy="25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1009650" y="3808958"/>
            <a:ext cx="44577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 keuze van de architect.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1009650" y="4403228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6724650" y="2511772"/>
            <a:ext cx="468058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LATO</a:t>
            </a:r>
            <a:endParaRPr/>
          </a:p>
        </p:txBody>
      </p:sp>
      <p:pic>
        <p:nvPicPr>
          <p:cNvPr descr="image.png" id="160" name="Google Shape;16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3092797"/>
            <a:ext cx="1095375" cy="25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6724650" y="3818483"/>
            <a:ext cx="44577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Leesbaarheid op schaal.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724650" y="4412753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Typografie Strategie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Merkoverzicht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85964"/>
            <a:ext cx="12192000" cy="4613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3433762" y="2310237"/>
            <a:ext cx="53244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Architecting the Flow. 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3052762" y="4205287"/>
            <a:ext cx="608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2E5BFF"/>
                </a:solidFill>
                <a:latin typeface="Urbanist"/>
                <a:ea typeface="Urbanist"/>
                <a:cs typeface="Urbanist"/>
                <a:sym typeface="Urbanist"/>
              </a:rPr>
              <a:t>x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61988"/>
            <a:ext cx="40005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3500" y="4035623"/>
            <a:ext cx="64770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3500" y="1860202"/>
            <a:ext cx="1171575" cy="32757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5143500" y="2425898"/>
            <a:ext cx="6800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5BFF"/>
                </a:solidFill>
                <a:latin typeface="Urbanist"/>
                <a:ea typeface="Urbanist"/>
                <a:cs typeface="Urbanist"/>
                <a:sym typeface="Urbanist"/>
              </a:rPr>
              <a:t>Lanceer Bericht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5143500" y="2978348"/>
            <a:ext cx="647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5419725" y="4464248"/>
            <a:ext cx="5962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5BFF"/>
                </a:solidFill>
                <a:latin typeface="Lato"/>
                <a:ea typeface="Lato"/>
                <a:cs typeface="Lato"/>
                <a:sym typeface="Lato"/>
              </a:rPr>
              <a:t>Contact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5419725" y="4959548"/>
            <a:ext cx="5962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WWW.</a:t>
            </a: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xxx.be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Sociale Media &amp; Contact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5050" y="571500"/>
            <a:ext cx="75819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3257550" y="2622202"/>
            <a:ext cx="596074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Klaar voor de Flow.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3257550" y="3441352"/>
            <a:ext cx="5676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Een krachtig merk voor een nieuw tijdperk in IT-educatie.</a:t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3257550" y="4416623"/>
            <a:ext cx="952500" cy="381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3257550" y="4740473"/>
            <a:ext cx="567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E5BFF"/>
                </a:solidFill>
                <a:latin typeface="Urbanist"/>
                <a:ea typeface="Urbanist"/>
                <a:cs typeface="Urbanist"/>
                <a:sym typeface="Urbanist"/>
              </a:rPr>
              <a:t>© 2026 Thomas </a:t>
            </a:r>
            <a:r>
              <a:rPr lang="en-US" sz="1500">
                <a:solidFill>
                  <a:srgbClr val="2E5BFF"/>
                </a:solidFill>
                <a:latin typeface="Urbanist"/>
                <a:ea typeface="Urbanist"/>
                <a:cs typeface="Urbanist"/>
                <a:sym typeface="Urbanist"/>
              </a:rPr>
              <a:t>More Geel </a:t>
            </a:r>
            <a:r>
              <a:rPr b="0" i="0" lang="en-US" sz="1500" u="none" cap="none" strike="noStrike">
                <a:solidFill>
                  <a:srgbClr val="2E5BFF"/>
                </a:solidFill>
                <a:latin typeface="Urbanist"/>
                <a:ea typeface="Urbanist"/>
                <a:cs typeface="Urbanist"/>
                <a:sym typeface="Urbanist"/>
              </a:rPr>
              <a:t>Skills Integration Lab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5825966" y="1670744"/>
            <a:ext cx="540067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2E5BFF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4930854" y="2708969"/>
            <a:ext cx="23302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Vragen of Feedback?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3257550" y="3385244"/>
            <a:ext cx="567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xxx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4891087" y="4691955"/>
            <a:ext cx="240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WWW.</a:t>
            </a:r>
            <a:r>
              <a:rPr b="1"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xxx</a:t>
            </a: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r>
              <a:rPr b="1"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/>
          <p:nvPr/>
        </p:nvSpPr>
        <p:spPr>
          <a:xfrm>
            <a:off x="571500" y="268991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571500" y="347469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71500" y="34651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71500" y="34651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71500" y="42499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571500" y="42499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4" name="Google Shape;22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393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/>
        </p:nvSpPr>
        <p:spPr>
          <a:xfrm>
            <a:off x="1666875" y="283279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https://images.stockcake.com/public/3/1/b/31b9415e-6d77-4f0a-a5e3-e772cba9adb7_medium/circuit-board-close-up-stockcake.jpg</a:t>
            </a: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1666875" y="307850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1666875" y="3617565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1666875" y="3863280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pic>
        <p:nvPicPr>
          <p:cNvPr descr="image.png" id="229" name="Google Shape;22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088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 txBox="1"/>
          <p:nvPr/>
        </p:nvSpPr>
        <p:spPr>
          <a:xfrm>
            <a:off x="1666875" y="440233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https://images.stockcake.com/public/e/2/6/e26382d1-1a10-4ba6-98e3-b1beee694518_large/teal-sound-waves-stockcake.jpg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1666875" y="464805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